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56CF"/>
          </a:solidFill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56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功能与使用培训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流程自动化测试平台 · V2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按左侧四个菜单、逐个页面讲清功能点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5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内部使用培训  ·  2026-09-28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56CF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6E56CF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56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工具是做什么的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E56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帮测试人员在目标平台上自动跑通多级审批流程并记录结果，全程用真实账号、真实流程、真实历史数据、真实执行。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24597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用途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替代手工登录多个账号、逐个节点点"同意"、手工造测试数据的重复劳动。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四个菜单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测试计划（建计划、配置、启动）、任务中心（看任务和过程）、报告中心（真实度量）、系统设置（账号与运行时）。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一条主线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建计划 → 选执行路径 → 配数据 / 人员 / 动作 → 检查并启动 → 看结果。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底线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工具只读取和驱动目标平台，绝不改它的数据、权限和业务规则。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91032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E56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界面一页只做一件事，桌面优先，全中文。下面按左侧菜单从上到下，逐个页面讲清功能点。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053328"/>
            <a:ext cx="11274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6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测试计划　　→　　任务中心　　→　　报告中心　　→　　系统设置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969DA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0969DA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测试计划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测试计划列表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所有测试计划的入口，看到已有计划，进去继续配置或运行。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筛选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按计划名和计划状态筛选，条件可清空；没有匹配项时显示正常空状态。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列表信息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一行看清计划、流程、发起账号、路径数量、运行方式、定时信息、计划状态和最近一次运行结果。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计划状态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只有未运行 / 运行中 / 已运行三种，由真实运行事实决定；"已运行"只表示有过运行记录，不代表最近一次成功。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每行入口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所有计划都提供"编辑计划""编辑路径""运行"（未配置完时为"继续配置"）。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22885" y="5504815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状态只用于展示和筛选，不决定能不能改、能不能再跑；改计划只影响以后的运行。列表只显示真实持久化数据，默认按最近修改时间倒序，读取失败会明确提示并允许重试。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969DA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0969DA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测试计划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新建计划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用一个整页填完一个计划的基本设置。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计划名 + 账号验证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填计划名和一个真实账号，先验证这个账号能不能登录目标平台。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流程来源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新发起（选流程模板）、已发（选已发实例）、待发（选待发实例），三类分开，不用一个字段混着。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对象选择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按来源列出候选，显示名称、分类、流程分组、表单关联、更新时间等真实信息供挑选。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运行方式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串行或并行；并行时可设最大并发数。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定时启动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可选；关掉后不保留定时时间。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账号一改，验证立即失效、已选的模板 / 实例清空，防止拿旧账号跑错配置；未验证账号时只能用"新发起"。点"创建并选择路径"才真正保存，成功后计划进入"未运行"，刷新或重启后仍在列表里。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969DA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0969DA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测试计划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执行路径选择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在目标平台当前真实的流程图上，选出这次要测的一条条路径。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只读流程图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实时读回目标真实结构，可平移、缩放、适配视口，但节点不能拖动、连线或删除。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新增路径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用"新增路径"在流程图上逐处选择分支走向，完成后保存。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分支规则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条件分支、手动分支每处必须且只能选一个可达走向；并行分支的全部真实分支自动同属一条路径。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复制路径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同一条线路可复制多份，各自使用相互独立的真实实例和数据；每条路径有稳定序号。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全路径解析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新发起计划创建后后台自动算出全部合法完整路径，可查询、取消或恢复，不用手动触发。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一条执行路径 = 一个真实流程实例；已发 / 待发计划各绑定一个实例，最多一条路径。目标流程变了，每次打开都用当前结构重新核对，对得上的保留，对不上的标"需重选"，不按名字猜、也不自动删。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969DA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0969DA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测试计划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节点配置 · 人员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给路径上需要选人的节点，配好由谁来处理。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人员规则展示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每个业务节点都显示人员规则、来源、能不能手选和当前状态，能读到的人员 / 岗位 / 部门都显示业务名称。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 / 手动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目标开放选人的节点，可一键在合法范围内随机选一人，也可手动在同一范围内选。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会签 / 竞签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会签按目标规定的人数约束，竞签只选一人。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主处理人 vs 动作接收人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节点主处理人与加签 / 移交 / 转发的接收人是两个独立配置域，一键配置不会互相覆盖。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固定人员、发起人关系、职级、表单人员等由目标运行时决定的项，只标"运行时确定"，工具不伪装成可手选候选。候选失效或范围解析失败时阻止保存。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969DA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0969DA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测试计划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历史数据配置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给这条路径准备表单数据——挑一条真实历史实例来回放。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选历史来源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从当前账号可见的历史实例里挑一条作为数据来源，已完成状态优先。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原样回显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历史表单数据按原始 JSON 结构完整回显到复制的表单运行时里。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最小分支补丁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只对影响这条路径分支走向的字段做可证明的最小改动，普通字段和未知数据保持历史事实。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条件字段可改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允许手动修改条件字段；修改导致实际换路时会展示影响并要你确认，确认后重新核对新路径。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没有候选时只引导你先去目标平台发起、填写一次，不提供造数兜底；非完成状态会提示数据可能不完整。这一步只写工具自己的库，不向目标平台发任何写请求。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969DA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0969DA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测试计划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动作配置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配每个节点要执行哪些动作、按什么顺序执行。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动作工作区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显示当前节点真实可用的动作、必要参数、门禁和中文禁用原因。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多条记录 + 拖拽排序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用多条独立记录表达重复动作，拖拽调整执行顺序，不用次数或循环模型。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一键配置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自动给每个可配置节点补一个合理的额外动作，省得逐个点；没有安全动作的节点会说明原因。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固定尾动作只读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发起节点固定"提交"、审批节点固定"同意"，由系统生成、永远排在最后、不可增删移动。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场景预览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保存后生成只读预览，区分用户动作、系统恢复步骤和系统导航。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系统会自动补"回退 / 撤回后重新走一遍"这类恢复步骤；动作顺序在同一实例上恢复不了就不让保存，并指出第一条问题。所有动作名称统一用中文显示。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969DA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0969DA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测试计划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运行前检查与启动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启动前把问题摆清楚，再选怎么跑。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阻塞 vs 提醒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阻塞必须先解决，能点着直接跳到要修的地方；提醒不挡启动，交给你判断。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运行模式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自动跑完、单步、或人工逐步放行，三选一后启动。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人工控制按钮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"执行这一步""继续执行后续步骤"，按钮旁写明会不会发真实写请求、停止何时生效。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969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每次启动生成一条独立、改不了的运行记录，并冻结当次配置快照；单条路径失败不会自动终止其他路径。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7F37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1A7F37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任务中心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任务列表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7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统一看所有任务的状态和结果（页面名"任务列表"）。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三类一起看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等待中、运行中、历史结果放在一个列表里查看。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结果状态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成功 / 失败 / 已停止 / 已取消 / 等待运行 / 运行中，另有一个诚实的"结果待确认"。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进入详情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点任意任务进入运行画布，看这次到底怎么跑的。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7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真结果只有成功和失败；"结果待确认"表示写请求发出去了但确认不了成没成（超时、响应丢失等），不给重试，只能重新发起，工具绝不盲目重发。状态一律以真实运行事实为准。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7F37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1A7F37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任务中心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运行画布与节点详情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7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看一次运行的全过程，以及每个节点到底发生了什么。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节点三态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已执行、正在执行、待执行，用不同主题色区分，一眼看清进度。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节点动作详情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谁在哪个节点做了什么动作、什么结果、用了多久、调了哪些接口。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大白话优先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首屏说清动作 / 节点 / 处理人 / 结果 / 下一步；技术阶段、参数和原始报文收进"查看日志"折叠区。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重试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确定失败可从失败那一步重试；"结果待确认"没有重试入口，只能从计划重新发起。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7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路径实际走向和配置对不上时会硬停下并显示预期与实际节点，不提供绕过入口；运行期新增的加签等节点也会按实例最新结构投影出来。工具绝不自动继续或重发写请求。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A6700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9A6700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67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报告中心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报告中心 · 总览与下钻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9A67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用真实运行记录看测试度量，从全局逐级钻到单次运行。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总（计划全景）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全部计划的总览：计划数、运行次数、路径运行次数、结果分布、最近运行。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分（计划详情）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点进一个计划，看它各条路径的运行次数、成功率、平均步骤、平均耗时、覆盖动作。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分（路径详情）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点进一条路径，看它每次运行实例的状态、结果、步骤数、总耗时、调了哪些接口及耗时分解。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专业指标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成功率、一次通过率、路径覆盖度、耗时分位、停机分类、重试统计等，每个都随卡片写清算法和分母。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A67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所有数字只来自真实运行记录，不造数、不预估；耗时按真实计时，没有记录就写"未知"，不用 0 毫秒冒充。图表用成熟图表库渲染，不手写。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222E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CF222E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系统设置 · 账号与流程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F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维护建计划时常用到的账号和流程范围。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常用账号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维护常用的目标真实账号，建计划时方便选。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排除账号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标记不参与的账号；加签排除名单会自动过滤停用账号，避免选到登录不了的人导致运行卡住。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排除流程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标记不测的流程。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F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账号和流程都必须从目标平台真实候选里选，不能手填名字冒充真实对象；最近使用只存在当前浏览器、用于排序，不自动选中。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222E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CF222E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系统设置 · 表单运行时维护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F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维护渲染表单用的运行时组件，保持最新可用。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一键同步更新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一个按钮把表单运行时从固定来源同步并更新到最新。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状态展示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展示来源、分支、HEAD、工作树状态、维护阶段、结果和有界在线日志。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F22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用户只能一键同步，不能输入任意仓库、路径、分支或命令；候选构建失败不影响当前版本，实际服务没通过核验或切换失败时会自动回退到上一个可用版本。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4C00"/>
          </a:solidFill>
        </p:spPr>
      </p:sp>
      <p:sp>
        <p:nvSpPr>
          <p:cNvPr id="3" name="Shape 1"/>
          <p:cNvSpPr/>
          <p:nvPr/>
        </p:nvSpPr>
        <p:spPr>
          <a:xfrm>
            <a:off x="457200" y="347472"/>
            <a:ext cx="676656" cy="676656"/>
          </a:xfrm>
          <a:prstGeom prst="roundRect">
            <a:avLst>
              <a:gd name="adj" fmla="val 10811"/>
            </a:avLst>
          </a:prstGeom>
          <a:solidFill>
            <a:srgbClr val="BC4C00"/>
          </a:solidFill>
        </p:spPr>
      </p:sp>
      <p:sp>
        <p:nvSpPr>
          <p:cNvPr id="4" name="Text 2"/>
          <p:cNvSpPr/>
          <p:nvPr/>
        </p:nvSpPr>
        <p:spPr>
          <a:xfrm>
            <a:off x="457200" y="347472"/>
            <a:ext cx="67665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"/>
            <a:ext cx="10241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记住这几件事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C4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这个页面做什么：</a:t>
            </a:r>
            <a:r>
              <a:rPr lang="en-US" sz="14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一页回顾这个工具最核心的取舍。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12745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记住三点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1274552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全真实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真实账号、真实流程结构、真实历史表单数据、真实发请求执行。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三条底线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一次写、写完重读目标确认、拿不准就停下，绝不乱重发。</a:t>
            </a:r>
            <a:endParaRPr lang="en-US" sz="135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SzPct val="100000"/>
              <a:buNone/>
            </a:pPr>
            <a:r>
              <a:rPr lang="en-US" sz="1350" b="1" dirty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只读驱动</a:t>
            </a:r>
            <a:r>
              <a:rPr lang="en-US" sz="135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只读取和驱动目标平台，不改它的数据、权限和业务规则。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394960"/>
            <a:ext cx="11274552" cy="1143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04688"/>
            <a:ext cx="10881360" cy="9235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C4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明确不做　</a:t>
            </a:r>
            <a:r>
              <a:rPr lang="en-US" sz="1300" dirty="0">
                <a:solidFill>
                  <a:srgbClr val="3D44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不改目标平台、不绕过业务校验、不模拟或替换真实处理人；不做周期定时、不自动删除、不删目标平台数据。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4008</Words>
  <Application>WPS 演示</Application>
  <PresentationFormat>On-screen Show (16:9)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流程自动化测试平台 · V2</dc:title>
  <dc:creator>流程自动化测试平台</dc:creator>
  <dc:subject>PptxGenJS Presentation</dc:subject>
  <cp:lastModifiedBy>此去经年</cp:lastModifiedBy>
  <cp:revision>2</cp:revision>
  <dcterms:created xsi:type="dcterms:W3CDTF">2026-09-28T03:50:00Z</dcterms:created>
  <dcterms:modified xsi:type="dcterms:W3CDTF">2026-09-29T09:57:27Z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520AFC8564424EC6963ACAB5ACB8B79D_12</vt:lpwstr>
  </property>
</Properties>
</file>